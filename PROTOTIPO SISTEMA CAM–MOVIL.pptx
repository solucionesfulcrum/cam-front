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B8CAE-F0CF-412B-84D3-F8BC3320F87F}" type="datetimeFigureOut">
              <a:rPr lang="es-PE" smtClean="0"/>
              <a:t>27/09/2023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6743-7BE5-4778-AC2C-BA4E249C183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12479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B8CAE-F0CF-412B-84D3-F8BC3320F87F}" type="datetimeFigureOut">
              <a:rPr lang="es-PE" smtClean="0"/>
              <a:t>27/09/2023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6743-7BE5-4778-AC2C-BA4E249C183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51052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B8CAE-F0CF-412B-84D3-F8BC3320F87F}" type="datetimeFigureOut">
              <a:rPr lang="es-PE" smtClean="0"/>
              <a:t>27/09/2023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6743-7BE5-4778-AC2C-BA4E249C183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86337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B8CAE-F0CF-412B-84D3-F8BC3320F87F}" type="datetimeFigureOut">
              <a:rPr lang="es-PE" smtClean="0"/>
              <a:t>27/09/2023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6743-7BE5-4778-AC2C-BA4E249C183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30405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B8CAE-F0CF-412B-84D3-F8BC3320F87F}" type="datetimeFigureOut">
              <a:rPr lang="es-PE" smtClean="0"/>
              <a:t>27/09/2023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6743-7BE5-4778-AC2C-BA4E249C183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40703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B8CAE-F0CF-412B-84D3-F8BC3320F87F}" type="datetimeFigureOut">
              <a:rPr lang="es-PE" smtClean="0"/>
              <a:t>27/09/2023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6743-7BE5-4778-AC2C-BA4E249C183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52061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B8CAE-F0CF-412B-84D3-F8BC3320F87F}" type="datetimeFigureOut">
              <a:rPr lang="es-PE" smtClean="0"/>
              <a:t>27/09/2023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6743-7BE5-4778-AC2C-BA4E249C183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54938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B8CAE-F0CF-412B-84D3-F8BC3320F87F}" type="datetimeFigureOut">
              <a:rPr lang="es-PE" smtClean="0"/>
              <a:t>27/09/2023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6743-7BE5-4778-AC2C-BA4E249C183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05403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B8CAE-F0CF-412B-84D3-F8BC3320F87F}" type="datetimeFigureOut">
              <a:rPr lang="es-PE" smtClean="0"/>
              <a:t>27/09/2023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6743-7BE5-4778-AC2C-BA4E249C183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6870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B8CAE-F0CF-412B-84D3-F8BC3320F87F}" type="datetimeFigureOut">
              <a:rPr lang="es-PE" smtClean="0"/>
              <a:t>27/09/2023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6743-7BE5-4778-AC2C-BA4E249C183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40064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B8CAE-F0CF-412B-84D3-F8BC3320F87F}" type="datetimeFigureOut">
              <a:rPr lang="es-PE" smtClean="0"/>
              <a:t>27/09/2023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6743-7BE5-4778-AC2C-BA4E249C183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1286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B8CAE-F0CF-412B-84D3-F8BC3320F87F}" type="datetimeFigureOut">
              <a:rPr lang="es-PE" smtClean="0"/>
              <a:t>27/09/2023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26743-7BE5-4778-AC2C-BA4E249C183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6094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61556" y="839585"/>
            <a:ext cx="518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 err="1" smtClean="0"/>
              <a:t>Login</a:t>
            </a:r>
            <a:endParaRPr lang="es-PE" sz="12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83" y="1307783"/>
            <a:ext cx="2381250" cy="518160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060" y="1169283"/>
            <a:ext cx="9394518" cy="5320100"/>
          </a:xfrm>
          <a:prstGeom prst="rect">
            <a:avLst/>
          </a:prstGeom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1399309" y="565410"/>
            <a:ext cx="9144000" cy="5734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2800" b="1" smtClean="0"/>
              <a:t>SISTEMA CAM – MOVIL</a:t>
            </a:r>
            <a:br>
              <a:rPr lang="es-PE" sz="2800" b="1" smtClean="0"/>
            </a:br>
            <a:r>
              <a:rPr lang="es-PE" sz="2400" smtClean="0"/>
              <a:t>Prototipo</a:t>
            </a:r>
            <a:endParaRPr lang="es-PE" sz="3200" dirty="0"/>
          </a:p>
        </p:txBody>
      </p:sp>
    </p:spTree>
    <p:extLst>
      <p:ext uri="{BB962C8B-B14F-4D97-AF65-F5344CB8AC3E}">
        <p14:creationId xmlns:p14="http://schemas.microsoft.com/office/powerpoint/2010/main" val="216790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99309" y="565410"/>
            <a:ext cx="9144000" cy="573433"/>
          </a:xfrm>
        </p:spPr>
        <p:txBody>
          <a:bodyPr>
            <a:noAutofit/>
          </a:bodyPr>
          <a:lstStyle/>
          <a:p>
            <a:r>
              <a:rPr lang="es-PE" sz="2800" b="1" dirty="0" smtClean="0"/>
              <a:t>SISTEMA CAM – MOVIL</a:t>
            </a:r>
            <a:br>
              <a:rPr lang="es-PE" sz="2800" b="1" dirty="0" smtClean="0"/>
            </a:br>
            <a:r>
              <a:rPr lang="es-PE" sz="2400" dirty="0" smtClean="0"/>
              <a:t>Prototipo</a:t>
            </a:r>
            <a:endParaRPr lang="es-PE" sz="32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97" y="1428229"/>
            <a:ext cx="5737157" cy="457355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742" y="1428230"/>
            <a:ext cx="6262006" cy="457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49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</Words>
  <Application>Microsoft Office PowerPoint</Application>
  <PresentationFormat>Panorámica</PresentationFormat>
  <Paragraphs>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SISTEMA CAM – MOVIL Prototipo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CAM – MOVIL Prototipo</dc:title>
  <dc:creator>Huertas Camacho Monica Izela</dc:creator>
  <cp:lastModifiedBy>Huertas Camacho Monica Izela</cp:lastModifiedBy>
  <cp:revision>2</cp:revision>
  <dcterms:created xsi:type="dcterms:W3CDTF">2023-09-27T19:57:12Z</dcterms:created>
  <dcterms:modified xsi:type="dcterms:W3CDTF">2023-09-27T19:58:47Z</dcterms:modified>
</cp:coreProperties>
</file>